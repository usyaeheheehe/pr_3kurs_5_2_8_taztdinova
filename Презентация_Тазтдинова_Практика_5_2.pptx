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 слайд" id="{3B29A2AC-D7BE-A785-8575-1D80603A21E3}">
          <p14:sldIdLst>
            <p14:sldId id="256"/>
          </p14:sldIdLst>
        </p14:section>
        <p14:section name="О разработке" id="{5677DA53-CDDB-B914-9554-39935D30A74D}">
          <p14:sldIdLst>
            <p14:sldId id="257"/>
          </p14:sldIdLst>
        </p14:section>
        <p14:section name="Цели и задачи" id="{5CBE4D6C-50BB-1824-981B-1B2521B681C6}">
          <p14:sldIdLst>
            <p14:sldId id="258"/>
          </p14:sldIdLst>
        </p14:section>
        <p14:section name="Возможности" id="{EA98F688-85B6-B03A-29CB-91FD0E6DBD7D}">
          <p14:sldIdLst>
            <p14:sldId id="259"/>
          </p14:sldIdLst>
        </p14:section>
        <p14:section name="Инструменты" id="{CB07465C-0D29-2E05-40D7-7C12E78077CB}">
          <p14:sldIdLst>
            <p14:sldId id="260"/>
          </p14:sldIdLst>
        </p14:section>
        <p14:section name="Экран входа" id="{779534A3-419F-3976-03C8-2CE4DA4447B8}">
          <p14:sldIdLst>
            <p14:sldId id="261"/>
          </p14:sldIdLst>
        </p14:section>
        <p14:section name="Поиск рецептов" id="{98C8B98B-BE38-0A98-B953-7E91BCF1EA06}">
          <p14:sldIdLst>
            <p14:sldId id="262"/>
          </p14:sldIdLst>
        </p14:section>
        <p14:section name="Экран рецепта" id="{223B899A-048C-4D79-FF43-B7EE666479FE}">
          <p14:sldIdLst>
            <p14:sldId id="263"/>
          </p14:sldIdLst>
        </p14:section>
        <p14:section name="Мои рецепты" id="{31488340-BFC4-9CA5-580A-CD62446FCD14}">
          <p14:sldIdLst>
            <p14:sldId id="264"/>
          </p14:sldIdLst>
        </p14:section>
        <p14:section name="Перспективы" id="{7C924845-5B4F-665D-E249-4E101F93DD31}">
          <p14:sldIdLst>
            <p14:sldId id="265"/>
          </p14:sldIdLst>
        </p14:section>
        <p14:section name="Финал" id="{5BD67193-A2C3-8C4F-F882-2C382AF2008C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283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"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 ЕКТС" descr="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74320"/>
            <a:ext cx="548640" cy="896112"/>
          </a:xfrm>
          <a:prstGeom prst="rect">
            <a:avLst/>
          </a:prstGeom>
        </p:spPr>
      </p:pic>
      <p:sp>
        <p:nvSpPr>
          <p:cNvPr id="3" name="Колледж"/>
          <p:cNvSpPr txBox="1"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Министерство образования и молодежной политики Свердловской области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ГАПОУ СО «Екатеринбургский колледж транспортного строительства»</a:t>
            </a:r>
            <a:endParaRPr lang="en-US" sz="1200" dirty="0"/>
          </a:p>
        </p:txBody>
      </p:sp>
      <p:sp>
        <p:nvSpPr>
          <p:cNvPr id="4" name="Название"/>
          <p:cNvSpPr txBox="1"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Мобильное приложение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«Поиск рецептов»</a:t>
            </a:r>
            <a:endParaRPr lang="en-US" sz="3400" dirty="0"/>
          </a:p>
        </p:txBody>
      </p:sp>
      <p:sp>
        <p:nvSpPr>
          <p:cNvPr id="5" name="Практика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Практическое занятие 5.2 (работа с API)</a:t>
            </a:r>
            <a:endParaRPr lang="en-US" sz="2000" dirty="0"/>
          </a:p>
        </p:txBody>
      </p:sp>
      <p:sp>
        <p:nvSpPr>
          <p:cNvPr id="6" name="Автор"/>
          <p:cNvSpPr txBox="1"/>
          <p:nvPr/>
        </p:nvSpPr>
        <p:spPr>
          <a:xfrm>
            <a:off x="5120640" y="3886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Работу выполнила: Тазтдинова </a:t>
            </a:r>
            <a:r>
              <a:rPr lang="en-US" sz="1400" dirty="0" err="1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Ю</a:t>
            </a: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r>
              <a:rPr lang="ru-RU" sz="140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И. 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Руководитель: Мирошниченко Г.В.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Группа: Пр-31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 разработке</a:t>
            </a:r>
            <a:endParaRPr lang="en-US" sz="3200" dirty="0"/>
          </a:p>
        </p:txBody>
      </p:sp>
      <p:sp>
        <p:nvSpPr>
          <p:cNvPr id="3" name="Описание"/>
          <p:cNvSpPr txBox="1"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«Поиск рецептов» помогает быстро найти, что приготовить. Пользователь пишет название блюда, приложение отправляет запрос к сервису Spoonacular и показывает список рецептов. При выборе рецепта открываются ингредиенты и шаги приготовления.</a:t>
            </a:r>
            <a:endParaRPr lang="en-US" sz="2000" dirty="0"/>
          </a:p>
        </p:txBody>
      </p:sp>
      <p:sp>
        <p:nvSpPr>
          <p:cNvPr id="4" name="Описание 2"/>
          <p:cNvSpPr txBox="1"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Понравившиеся рецепты можно сохранить к себе, добавить к ним комментарий или удалить.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Цели и задачи</a:t>
            </a:r>
            <a:endParaRPr lang="en-US" sz="3200" dirty="0"/>
          </a:p>
        </p:txBody>
      </p:sp>
      <p:sp>
        <p:nvSpPr>
          <p:cNvPr id="3" name="Цель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Цель: </a:t>
            </a: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сделать приложение для поиска рецептов, которое работает с API и хранит данные в SharedPreferences и Room.</a:t>
            </a:r>
            <a:endParaRPr lang="en-US" sz="2000" dirty="0"/>
          </a:p>
        </p:txBody>
      </p:sp>
      <p:sp>
        <p:nvSpPr>
          <p:cNvPr id="4" name="Задачи заголовок"/>
          <p:cNvSpPr txBox="1"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Задачи:</a:t>
            </a:r>
            <a:endParaRPr lang="en-US" sz="2000" dirty="0"/>
          </a:p>
        </p:txBody>
      </p:sp>
      <p:sp>
        <p:nvSpPr>
          <p:cNvPr id="5" name="Текст"/>
          <p:cNvSpPr txBox="1"/>
          <p:nvPr/>
        </p:nvSpPr>
        <p:spPr>
          <a:xfrm>
            <a:off x="731520" y="2606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сделать вход с проверкой полей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получать рецепты через Volley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разбирать ответ в формате JSON с помощью Gson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сохранять рецепты в базу Room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Функциональные возможности</a:t>
            </a:r>
            <a:endParaRPr lang="en-US" sz="3200" dirty="0"/>
          </a:p>
        </p:txBody>
      </p:sp>
      <p:sp>
        <p:nvSpPr>
          <p:cNvPr id="3" name="Текст"/>
          <p:cNvSpPr txBox="1"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вход по имени и паролю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сохранение пользователя в SharedPreferences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поиск рецептов по названию блюда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просмотр полного рецепта: ингредиенты и шаги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сохранение последнего поиска в SharedPreferences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добавление рецептов в базу данных Room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комментарий к рецепту и удаление рецепта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Используемые инструменты</a:t>
            </a:r>
            <a:endParaRPr lang="en-US" sz="3200" dirty="0"/>
          </a:p>
        </p:txBody>
      </p:sp>
      <p:sp>
        <p:nvSpPr>
          <p:cNvPr id="3" name="Текст"/>
          <p:cNvSpPr txBox="1"/>
          <p:nvPr/>
        </p:nvSpPr>
        <p:spPr>
          <a:xfrm>
            <a:off x="731520" y="13716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Android Studio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Kotlin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Spoonacular API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Volley</a:t>
            </a:r>
            <a:endParaRPr lang="en-US" sz="2200" dirty="0"/>
          </a:p>
        </p:txBody>
      </p:sp>
      <p:sp>
        <p:nvSpPr>
          <p:cNvPr id="4" name="Текст"/>
          <p:cNvSpPr txBox="1"/>
          <p:nvPr/>
        </p:nvSpPr>
        <p:spPr>
          <a:xfrm>
            <a:off x="4754880" y="13716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Gson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SharedPreferences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Room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Fragment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3017520" y="548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Экран входа</a:t>
            </a:r>
            <a:endParaRPr lang="en-US" sz="3200" dirty="0"/>
          </a:p>
        </p:txBody>
      </p:sp>
      <p:sp>
        <p:nvSpPr>
          <p:cNvPr id="5" name="Текст"/>
          <p:cNvSpPr txBox="1"/>
          <p:nvPr/>
        </p:nvSpPr>
        <p:spPr>
          <a:xfrm>
            <a:off x="3017520" y="137160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поля «Имя пользователя» и «Пароль»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проверка, что поля заполнены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 пароля для уже сохраненного имени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сохранение пользователя в SharedPreferences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Скриншот приложения" descr="02_login_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05" y="548640"/>
            <a:ext cx="1957310" cy="4023360"/>
          </a:xfrm>
          <a:prstGeom prst="rect">
            <a:avLst/>
          </a:prstGeom>
          <a:ln w="1270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3017520" y="548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Поиск рецептов</a:t>
            </a:r>
            <a:endParaRPr lang="en-US" sz="3200" dirty="0"/>
          </a:p>
        </p:txBody>
      </p:sp>
      <p:sp>
        <p:nvSpPr>
          <p:cNvPr id="5" name="Текст"/>
          <p:cNvSpPr txBox="1"/>
          <p:nvPr/>
        </p:nvSpPr>
        <p:spPr>
          <a:xfrm>
            <a:off x="3017520" y="137160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ввод названия блюда на английском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запрос к Spoonacular через Volley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список рецептов со временем и порциями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нажатие на рецепт открывает его полностью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6" name="Скриншот приложения" descr="05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05" y="548640"/>
            <a:ext cx="1957310" cy="4023360"/>
          </a:xfrm>
          <a:prstGeom prst="rect">
            <a:avLst/>
          </a:prstGeom>
          <a:ln w="1270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3017520" y="548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Экран рецепта</a:t>
            </a:r>
            <a:endParaRPr lang="en-US" sz="3200" dirty="0"/>
          </a:p>
        </p:txBody>
      </p:sp>
      <p:sp>
        <p:nvSpPr>
          <p:cNvPr id="5" name="Текст"/>
          <p:cNvSpPr txBox="1"/>
          <p:nvPr/>
        </p:nvSpPr>
        <p:spPr>
          <a:xfrm>
            <a:off x="3017520" y="137160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второй запрос к API по номеру рецепта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время приготовления и количество порций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список ингредиентов и шаги приготовления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кнопка «Сохранить в мои рецепты»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6" name="Скриншот приложения" descr="06_rec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05" y="548640"/>
            <a:ext cx="1957310" cy="4023360"/>
          </a:xfrm>
          <a:prstGeom prst="rect">
            <a:avLst/>
          </a:prstGeom>
          <a:ln w="1270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3017520" y="548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Мои рецепты</a:t>
            </a:r>
            <a:endParaRPr lang="en-US" sz="3200" dirty="0"/>
          </a:p>
        </p:txBody>
      </p:sp>
      <p:sp>
        <p:nvSpPr>
          <p:cNvPr id="5" name="Текст"/>
          <p:cNvSpPr txBox="1"/>
          <p:nvPr/>
        </p:nvSpPr>
        <p:spPr>
          <a:xfrm>
            <a:off x="3017520" y="137160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список сохраненных рецептов из Room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нажатие открывает рецепт целиком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 рецепту можно оставить комментарий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кнопка «Удалить» убирает рецепт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Скриншот приложения" descr="10_after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05" y="548640"/>
            <a:ext cx="1957310" cy="4023360"/>
          </a:xfrm>
          <a:prstGeom prst="rect">
            <a:avLst/>
          </a:prstGeom>
          <a:ln w="1270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Перспективы развития</a:t>
            </a:r>
            <a:endParaRPr lang="en-US" sz="3200" dirty="0"/>
          </a:p>
        </p:txBody>
      </p:sp>
      <p:sp>
        <p:nvSpPr>
          <p:cNvPr id="3" name="Текст"/>
          <p:cNvSpPr txBox="1"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показывать фото блюда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переводить рецепты на русский язык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искать рецепты по продуктам из холодильника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добавить список покупок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 ЕКТС" descr="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74320"/>
            <a:ext cx="548640" cy="896112"/>
          </a:xfrm>
          <a:prstGeom prst="rect">
            <a:avLst/>
          </a:prstGeom>
        </p:spPr>
      </p:pic>
      <p:sp>
        <p:nvSpPr>
          <p:cNvPr id="3" name="Колледж"/>
          <p:cNvSpPr txBox="1"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Министерство образования и молодежной политики Свердловской области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ГАПОУ СО «Екатеринбургский колледж транспортного строительства»</a:t>
            </a:r>
            <a:endParaRPr lang="en-US" sz="1200" dirty="0"/>
          </a:p>
        </p:txBody>
      </p:sp>
      <p:sp>
        <p:nvSpPr>
          <p:cNvPr id="4" name="Название"/>
          <p:cNvSpPr txBox="1"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Мобильное приложение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«Поиск рецептов»</a:t>
            </a:r>
            <a:endParaRPr lang="en-US" sz="3400" dirty="0"/>
          </a:p>
        </p:txBody>
      </p:sp>
      <p:sp>
        <p:nvSpPr>
          <p:cNvPr id="5" name="Практика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Практическое занятие 5.2 (работа с API)</a:t>
            </a:r>
            <a:endParaRPr lang="en-US" sz="2000" dirty="0"/>
          </a:p>
        </p:txBody>
      </p:sp>
      <p:sp>
        <p:nvSpPr>
          <p:cNvPr id="6" name="Автор"/>
          <p:cNvSpPr txBox="1"/>
          <p:nvPr/>
        </p:nvSpPr>
        <p:spPr>
          <a:xfrm>
            <a:off x="5120640" y="3886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Работу выполнила: Тазтдинова Ю.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Руководитель: Мирошниченко Г.В.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Группа: Пр-31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ipes Simple">
  <a:themeElements>
    <a:clrScheme name="Recipes Simple">
      <a:dk1>
        <a:srgbClr val="2E2E2E"/>
      </a:dk1>
      <a:lt1>
        <a:srgbClr val="FFFFFF"/>
      </a:lt1>
      <a:dk2>
        <a:srgbClr val="4A4A4A"/>
      </a:dk2>
      <a:lt2>
        <a:srgbClr val="F9FBE7"/>
      </a:lt2>
      <a:accent1>
        <a:srgbClr val="558B2F"/>
      </a:accent1>
      <a:accent2>
        <a:srgbClr val="E64A19"/>
      </a:accent2>
      <a:accent3>
        <a:srgbClr val="33691E"/>
      </a:accent3>
      <a:accent4>
        <a:srgbClr val="7A7A7A"/>
      </a:accent4>
      <a:accent5>
        <a:srgbClr val="C5E1A5"/>
      </a:accent5>
      <a:accent6>
        <a:srgbClr val="BDBDBD"/>
      </a:accent6>
      <a:hlink>
        <a:srgbClr val="33691E"/>
      </a:hlink>
      <a:folHlink>
        <a:srgbClr val="7A7A7A"/>
      </a:folHlink>
    </a:clrScheme>
    <a:fontScheme name="Recipes Simpl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380</Words>
  <Application>Microsoft Macintosh PowerPoint</Application>
  <PresentationFormat>Экран (16:9)</PresentationFormat>
  <Paragraphs>88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Recipes Simple</vt:lpstr>
      <vt:lpstr>Презентация PowerPoint</vt:lpstr>
      <vt:lpstr>О разработке</vt:lpstr>
      <vt:lpstr>Цели и задачи</vt:lpstr>
      <vt:lpstr>Функциональные возможности</vt:lpstr>
      <vt:lpstr>Используемые инструменты</vt:lpstr>
      <vt:lpstr>Презентация PowerPoint</vt:lpstr>
      <vt:lpstr>Презентация PowerPoint</vt:lpstr>
      <vt:lpstr>Презентация PowerPoint</vt:lpstr>
      <vt:lpstr>Презентация PowerPoint</vt:lpstr>
      <vt:lpstr>Перспективы развития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Поиск рецептов</dc:title>
  <dc:subject>PptxGenJS Presentation</dc:subject>
  <dc:creator>Тазтдинова Ю.</dc:creator>
  <cp:lastModifiedBy>Панарин Кирилл</cp:lastModifiedBy>
  <cp:revision>2</cp:revision>
  <dcterms:created xsi:type="dcterms:W3CDTF">2026-10-27T15:03:23Z</dcterms:created>
  <dcterms:modified xsi:type="dcterms:W3CDTF">2026-10-27T15:25:11Z</dcterms:modified>
</cp:coreProperties>
</file>